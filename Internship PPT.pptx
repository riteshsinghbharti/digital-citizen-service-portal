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EDA5C-A278-7B95-E36F-3A16280EB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27621-BBC6-9830-83D2-926AD81E3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54EA2-48FB-AD1B-C722-A061F54B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2EFDF-6ACC-2AA2-134D-28DC35F40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47CA6-C172-BA98-6563-08878573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944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655F-D2FF-03BC-64F0-393978F9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A929-22EB-9F4A-EF78-6FC95F998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492C7-5562-25FA-8683-819E767E8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434D4-9C28-C144-7372-D11ABF11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E3D61-342B-23F7-476A-799A4E83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0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A870-17FC-0FA0-E2B4-C34AE9DB1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26598-D42B-5C49-095C-36776740C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65941-272D-EEFF-4DBA-4F2F9FFB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03B21-C81E-5C1E-7565-84E6B6B1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3EEF0-D67B-94F5-EBAB-4575CBB7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42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689D-E14B-8045-2FF8-8B05D678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934DA-16C3-D83C-60B9-0F64F3B3D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4A034-0617-182C-5697-04D2ED55E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7AC43-5A38-4302-92D1-648B9D85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6B4B2-0F82-44AC-8A5F-0BE0336E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5540-64CD-2ACA-DA71-79BAC86D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7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CCE5-E4F3-F2D4-BBF9-D031EDC50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3B1F2-CF12-C980-8CEE-A39719558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F896A-936D-6082-02DB-7CE551EEC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8D4A07-5289-5451-F018-3E1398DB5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4EA4D-EDB3-787C-8FFF-55369DF5E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01D27-F0DA-7E72-72B5-5699D7508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DC9B1-3920-E3DD-6B61-8A7EA97A3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1B226B-6171-F0CE-3021-19F60339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72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1445-9CB0-FB3A-B762-54EF412B9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61257-B6F5-8A78-93E9-6C74B2CA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1DF12A-B7BE-BB0E-E405-DC1F980F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16ED8A-3D80-A68C-6D5A-56BD51E27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757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BF79-84BA-4C97-3C06-3F3D81AB6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62E5-B9D0-CE8B-72BF-4E31B25B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6DA28-CD1B-B5F8-1082-D1053B22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13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2B0B-7758-1338-D597-9CB6DACB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47612-B90C-CA83-61A2-E9BFD7584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41BEF-D825-309C-0AE0-26269FCFF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FFD67-0520-E65E-9A75-17B75448E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C33D6-7A7B-598C-8411-0814B4AA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3216C-CD0B-F640-DE54-640504B8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05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31A9C-B41F-15D7-DD94-7A927A6C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1BA920-C56B-D604-EA85-A33DE0B4E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098B7-DD5F-E69D-478F-A834548EE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05FCC-060A-4E7E-124C-113CC576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2D91B-7BD7-DAB5-5616-746B380A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EAEEFB-35E1-8A4D-DE07-0E989912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65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CD2B-A811-71A6-D0D2-FDEA7865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55A1D-96EA-CA50-21E2-E1609A609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9311D-33B9-2889-BA7B-0224BFD6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309F9-6C8C-642C-5D15-47E4DC09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98D81-B720-01DF-D326-2AA6778C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23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E3E7D3-79B5-E851-A67F-7B40B7822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B2E24-E74F-D2D0-CDC8-E36815DE9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00FFC-38F0-B257-7F6F-6059A373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DD4CE-D291-37AF-6F26-25451534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0C587-B552-939E-8A20-54F255D3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28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A10CA-80C7-AFB1-CACD-0BB08DFE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F65F2-69DD-42F4-F012-6E18BF8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BB2E4-2325-4743-2E33-4D52BD3E3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76B1F-65E0-42AF-80B5-A41A1C78918D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3656C-F842-686F-F725-19435375D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2FA2-5F8C-7170-73E3-7C1793F1F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FA423-A4A9-435D-8D76-A8C4BFBBE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0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B257B-672A-6293-DAC6-E5A817BA9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6EAAB-D9CD-11B5-FE0F-8BCC01ACE8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F3927-1772-6204-6A3F-B43185228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826" y="0"/>
            <a:ext cx="12260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B2E4-1950-DAB6-55CA-8CD23F69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1E02-84F9-00B0-BB6A-38B6AA0D1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C3C4C-B84B-563D-69E2-BF36405F1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46"/>
            <a:ext cx="12192000" cy="684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AB42-B95C-7985-6DCF-B0C1C43F5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5DAA-9EC2-3448-346B-900DDABD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DA13-3B62-F618-DD9A-A259A57A6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A14B6-2018-3B45-E97E-CAF2B9CE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45"/>
            <a:ext cx="12192000" cy="679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2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05C5-752F-B145-EF90-B70ADE7B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C09B-9976-2B02-3E12-0A1A6C1E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C833A-E7CA-D2E3-20F2-3F5C0BE61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227BD-7558-E42C-BE6D-1F256CE5F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"/>
            <a:ext cx="12192000" cy="68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552F-9FA1-92F9-6A08-12878CB4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B6E6-8A25-8E57-1109-8CC45797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5B544-8A45-6870-B6AA-1673FA512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742AA-24C7-D9E9-F77C-54092091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34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7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62D5-E565-5397-D237-8DDD1C45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8726-B2F1-13E4-7685-001B715F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603D1-310C-11A8-AD41-50D58C1F2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2D3C0-0534-EFC2-2E94-43526646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7" y="0"/>
            <a:ext cx="120960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1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CC61-2ED4-86FF-0298-39179521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F90B-4C7C-9D25-4A55-0FB4D761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9120A-5653-BCC6-97AB-A305F0327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BA262-E66D-3E91-FCDB-B0B5876A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7" y="0"/>
            <a:ext cx="121105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9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F446F-BBFA-42D2-A25F-D3884D67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D308-5B32-35F9-7171-2503ADBC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ABF46-9495-86B5-E9C0-19AFE0780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4498FF-080D-5FBC-4778-9422D377D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3" y="0"/>
            <a:ext cx="12158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DA854-0431-6082-A4E2-F9840408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1C67-7700-7C66-45C1-1CA87ABF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171A-2328-C1A8-5ADF-33CAA07A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D380A-708E-102B-2E32-2BCF9742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3"/>
            <a:ext cx="12192000" cy="685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0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ABD1-3799-A8A5-7242-194F9F68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F54F8-5381-F8F4-20E4-AD12921A8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0E848-2E67-4968-21F5-F13269748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C73D1-E3CA-9A3E-70B4-CEE3BAB98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3" y="0"/>
            <a:ext cx="12137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44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9681-D8CD-6C07-8232-224F00F0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6A1F-1022-46F0-1BA3-CFD7B00C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69015-FB9F-3B30-2DE1-3C2E080B8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4DCB3-8A22-5E68-488B-C78A24D92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0" y="0"/>
            <a:ext cx="12116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62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24F4-0F44-3477-4B31-DCAEEFE5D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359B3-7A3C-3B0C-40D1-A6C302A0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82C5F-89C9-2400-C531-26176C849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35D5D-010F-1700-83E7-8C87FDD4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" y="0"/>
            <a:ext cx="12181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9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EBB7-575C-A59D-9186-16FDC488E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4FF62-5072-CCB6-C3A2-8AE85EA0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D65C-F7EA-D1DD-671B-75A8CDB0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96835-2D76-4163-C443-66F4DB779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8489" y="0"/>
            <a:ext cx="122562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188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99AB6-6083-DE2D-8433-9766414B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FA57D-F1A7-8EBC-847F-DC03E3E95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51FF5-C40C-326C-4FEA-22C808D6E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6B7C6-2EC5-52C2-103A-B8E79D862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658" y="0"/>
            <a:ext cx="12270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4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Internship PPT</Template>
  <TotalTime>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riteshsinghbharti@gmail.com</dc:creator>
  <cp:lastModifiedBy>riteshsinghbharti@gmail.com</cp:lastModifiedBy>
  <cp:revision>1</cp:revision>
  <dcterms:created xsi:type="dcterms:W3CDTF">2026-09-12T16:57:48Z</dcterms:created>
  <dcterms:modified xsi:type="dcterms:W3CDTF">2026-09-12T17:00:14Z</dcterms:modified>
</cp:coreProperties>
</file>